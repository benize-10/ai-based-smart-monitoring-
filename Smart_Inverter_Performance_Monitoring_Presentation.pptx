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Smart Inverter Performance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Capstone project</a:t>
            </a:r>
          </a:p>
          <a:p>
            <a:pPr>
              <a:defRPr sz="2200"/>
            </a:pPr>
            <a:r>
              <a:t>Student: [Name] | Department: [Department] | Guide: [Guide]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Monitor inverter voltage, current, temperature, and efficiency.</a:t>
            </a:r>
          </a:p>
          <a:p>
            <a:pPr>
              <a:defRPr sz="2200"/>
            </a:pPr>
            <a:r>
              <a:t>Estimate efficiency and classify status as normal, degraded, or abnormal.</a:t>
            </a:r>
          </a:p>
          <a:p>
            <a:pPr>
              <a:defRPr sz="2200"/>
            </a:pPr>
            <a:r>
              <a:t>Visualise trends in 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Prepare telemetry data.</a:t>
            </a:r>
          </a:p>
          <a:p>
            <a:pPr>
              <a:defRPr sz="1800"/>
            </a:pPr>
            <a:r>
              <a:t>Train regression and classification models.</a:t>
            </a:r>
          </a:p>
          <a:p>
            <a:pPr>
              <a:defRPr sz="1800"/>
            </a:pPr>
            <a:r>
              <a:t>Evaluate with appropriate metrics.</a:t>
            </a:r>
          </a:p>
          <a:p>
            <a:pPr>
              <a:defRPr sz="1800"/>
            </a:pPr>
            <a:r>
              <a:t>Demonstrate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Telemetry CSV → validation → Random Forest models → evaluation → Streamlit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Input/output voltage and current</a:t>
            </a:r>
          </a:p>
          <a:p>
            <a:pPr>
              <a:defRPr sz="1800"/>
            </a:pPr>
            <a:r>
              <a:t>Temperature</a:t>
            </a:r>
          </a:p>
          <a:p>
            <a:pPr>
              <a:defRPr sz="1800"/>
            </a:pPr>
            <a:r>
              <a:t>Targets: efficiency (%) and status class</a:t>
            </a:r>
          </a:p>
          <a:p>
            <a:pPr>
              <a:defRPr sz="1800"/>
            </a:pPr>
            <a:r>
              <a:t>Included sample dataset is synthetic.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Check missing values, units, and ranges.</a:t>
            </a:r>
          </a:p>
          <a:p>
            <a:pPr>
              <a:defRPr sz="1800"/>
            </a:pPr>
            <a:r>
              <a:t>Split training and test data.</a:t>
            </a:r>
          </a:p>
          <a:p>
            <a:pPr>
              <a:defRPr sz="1800"/>
            </a:pPr>
            <a:r>
              <a:t>Train Random Forest regressor/classifier.</a:t>
            </a:r>
          </a:p>
          <a:p>
            <a:pPr>
              <a:defRPr sz="1800"/>
            </a:pPr>
            <a:r>
              <a:t>Measure MAE/RMSE and precision/recall/F1.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Telemetry trend plots</a:t>
            </a:r>
          </a:p>
          <a:p>
            <a:pPr>
              <a:defRPr sz="1800"/>
            </a:pPr>
            <a:r>
              <a:t>Performance status distribution</a:t>
            </a:r>
          </a:p>
          <a:p>
            <a:pPr>
              <a:defRPr sz="1800"/>
            </a:pPr>
            <a:r>
              <a:t>Efficiency trend</a:t>
            </a:r>
          </a:p>
          <a:p>
            <a:pPr>
              <a:defRPr sz="1800"/>
            </a:pPr>
            <a:r>
              <a:t>Predictions when trained model files are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MAE: [insert actual result]</a:t>
            </a:r>
          </a:p>
          <a:p>
            <a:pPr>
              <a:defRPr sz="1800"/>
            </a:pPr>
            <a:r>
              <a:t>RMSE: [insert actual result]</a:t>
            </a:r>
          </a:p>
          <a:p>
            <a:pPr>
              <a:defRPr sz="1800"/>
            </a:pPr>
            <a:r>
              <a:t>Per-class metrics: [insert actual results]</a:t>
            </a:r>
          </a:p>
          <a:p>
            <a:pPr>
              <a:defRPr sz="1800"/>
            </a:pPr>
            <a:r>
              <a:t>Use unseen test data for final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 does not prove real-world performance.</a:t>
            </a:r>
          </a:p>
          <a:p>
            <a:pPr>
              <a:defRPr sz="2200"/>
            </a:pPr>
            <a:r>
              <a:t>Illustrative class labels.</a:t>
            </a:r>
          </a:p>
          <a:p>
            <a:pPr>
              <a:defRPr sz="2200"/>
            </a:pPr>
            <a:r>
              <a:t>Not a certified protection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Collect validated real telemetry.</a:t>
            </a:r>
          </a:p>
          <a:p>
            <a:pPr>
              <a:defRPr sz="2200"/>
            </a:pPr>
            <a:r>
              <a:t>Use time-aware testing.</a:t>
            </a:r>
          </a:p>
          <a:p>
            <a:pPr>
              <a:defRPr sz="2200"/>
            </a:pPr>
            <a:r>
              <a:t>Report actual implementation and cite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